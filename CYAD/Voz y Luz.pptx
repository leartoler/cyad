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sldIdLst>
    <p:sldId id="256" r:id="rId2"/>
    <p:sldId id="257" r:id="rId3"/>
    <p:sldId id="258" r:id="rId4"/>
    <p:sldId id="259" r:id="rId5"/>
    <p:sldId id="260" r:id="rId6"/>
    <p:sldId id="261" r:id="rId7"/>
    <p:sldId id="262" r:id="rId8"/>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10" Type="http://schemas.openxmlformats.org/officeDocument/2006/relationships/viewProps" Target="viewProps.xml" /><Relationship Id="rId9" Type="http://schemas.openxmlformats.org/officeDocument/2006/relationships/presProps" Target="presProps.xml" /><Relationship Id="rId1" Type="http://schemas.openxmlformats.org/officeDocument/2006/relationships/slideMaster" Target="slideMasters/slideMaster1.xml" /><Relationship Id="rId12" Type="http://schemas.openxmlformats.org/officeDocument/2006/relationships/tableStyles" Target="tableStyles.xml" /><Relationship Id="rId11" Type="http://schemas.openxmlformats.org/officeDocument/2006/relationships/theme" Target="theme/theme1.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1.png"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www.gamepoems.com/issue01/" TargetMode="External" /><Relationship Id="rId3" Type="http://schemas.openxmlformats.org/officeDocument/2006/relationships/hyperlink" Target="http://passage.toolness.org/" TargetMode="Externa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pPr lvl="0" indent="0" marL="0">
              <a:buNone/>
            </a:pPr>
            <a:r>
              <a:rPr/>
              <a:t>Voz y Luz</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1. Introducción</a:t>
            </a:r>
          </a:p>
        </p:txBody>
      </p:sp>
      <p:sp>
        <p:nvSpPr>
          <p:cNvPr id="3" name="Content Placeholder 2"/>
          <p:cNvSpPr>
            <a:spLocks noGrp="1"/>
          </p:cNvSpPr>
          <p:nvPr>
            <p:ph idx="1"/>
          </p:nvPr>
        </p:nvSpPr>
        <p:spPr/>
        <p:txBody>
          <a:bodyPr/>
          <a:lstStyle/>
          <a:p>
            <a:pPr lvl="0" indent="0" marL="0">
              <a:buNone/>
            </a:pPr>
            <a:r>
              <a:rPr/>
              <a:t>Nuestro lenguaje conforma nuestra realidad, le da sentido; nuestro verbo es la luz. En la presente obra se vislumbrará la forma en que la voz da sentido a nuestra existencia, pasando desde formas metafísicas hasta la cotidianidad, desde el sentir de nuestra existencia hasta el sentir mismo de forma continua. Para ello se verá una relación entre el videojuego y el poema. Y es que el videojuego, al igual que la poesía, son medios que permiten expresar cualquier emoción o sentimiento que tengamos y pueden ir, por ejemplo, desde la exaltación, con ejemplos como los </a:t>
            </a:r>
            <a:r>
              <a:rPr i="1"/>
              <a:t>First Person Shooter (FPS)</a:t>
            </a:r>
            <a:r>
              <a:rPr/>
              <a:t>, hasta la contemplación, como sucede con los juegos líricos, como es el caso del presente proyecto.</a:t>
            </a:r>
          </a:p>
          <a:p>
            <a:pPr lvl="0" indent="0" marL="0">
              <a:buNone/>
            </a:pPr>
            <a:r>
              <a:rPr/>
              <a:t>Esta relación entre videojuegos y poesía no es nueva. En Huizinga (2007), se puede observar cómo hay una relación entre el juego y la poesía y la forma en que el juego, con el ritmo, la rima, hacen del lenguaje un juego. Como movimiento, tenemos el antecedente del grupo </a:t>
            </a:r>
            <a:r>
              <a:rPr i="1"/>
              <a:t>Oulipo</a:t>
            </a:r>
            <a:r>
              <a:rPr/>
              <a:t>, grupo de poetas que basaban su obra en las constricciones, mismo que les permitió experimentar con el lenguaje, la poesía y la creación. Ya en el ámbito digital tenemos juegos como </a:t>
            </a:r>
            <a:r>
              <a:rPr i="1"/>
              <a:t>Passage</a:t>
            </a:r>
            <a:r>
              <a:rPr/>
              <a:t>, de Rohrer (2007), o el juego de Magnuson (2026), ambos caracterizados por ser títulos cortos, abstractos y poéticos.</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2. Objetivos</a:t>
            </a:r>
          </a:p>
        </p:txBody>
      </p:sp>
      <p:sp>
        <p:nvSpPr>
          <p:cNvPr id="3" name="Content Placeholder 2"/>
          <p:cNvSpPr>
            <a:spLocks noGrp="1"/>
          </p:cNvSpPr>
          <p:nvPr>
            <p:ph idx="1"/>
          </p:nvPr>
        </p:nvSpPr>
        <p:spPr/>
        <p:txBody>
          <a:bodyPr/>
          <a:lstStyle/>
          <a:p>
            <a:pPr lvl="0" indent="0" marL="0">
              <a:buNone/>
            </a:pPr>
            <a:r>
              <a:rPr/>
              <a:t>Considerando la naturaleza de la obra se tienen dos objetivos: la de la obra en sí y la del videojuego.</a:t>
            </a:r>
          </a:p>
          <a:p>
            <a:pPr lvl="0" indent="0" marL="0">
              <a:spcBef>
                <a:spcPts val="3000"/>
              </a:spcBef>
              <a:buNone/>
            </a:pPr>
            <a:r>
              <a:rPr b="1"/>
              <a:t>2.1. Objetivo de la obra</a:t>
            </a:r>
          </a:p>
          <a:p>
            <a:pPr lvl="0" indent="0" marL="0">
              <a:buNone/>
            </a:pPr>
            <a:r>
              <a:rPr/>
              <a:t>El objetivo principal de la obra es que el espectador se cuestione el papel de su habla y vea el potencial que tiene en diferentes planos: en lo que sobrepasa su individuación y lo que lo conforma en la vida diaria. Con ello, lo que damos por hecho será tomado como algo único y propio de nosotros.</a:t>
            </a:r>
          </a:p>
          <a:p>
            <a:pPr lvl="0" indent="0" marL="0">
              <a:spcBef>
                <a:spcPts val="3000"/>
              </a:spcBef>
              <a:buNone/>
            </a:pPr>
            <a:r>
              <a:rPr b="1"/>
              <a:t>2.2. Objetivo del videojuego</a:t>
            </a:r>
          </a:p>
          <a:p>
            <a:pPr lvl="0" indent="0" marL="0">
              <a:buNone/>
            </a:pPr>
            <a:r>
              <a:rPr/>
              <a:t>El objetivo del videojuego será develar o mostrar algo en cuatro escenarios distintos. Cada escenario tendrá su propio poema y elemento a develar. Al presentarse frente a un proyecto, se tendrá también un elemento visual hecho a mano detrás del jugador, quien tendrá que decir el poema en voz alta.</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3. Procedimiento teórico metodológico</a:t>
            </a:r>
          </a:p>
        </p:txBody>
      </p:sp>
      <p:sp>
        <p:nvSpPr>
          <p:cNvPr id="4" name="Text Placeholder 3"/>
          <p:cNvSpPr>
            <a:spLocks noGrp="1"/>
          </p:cNvSpPr>
          <p:nvPr>
            <p:ph idx="2" sz="half" type="body"/>
          </p:nvPr>
        </p:nvSpPr>
        <p:spPr/>
        <p:txBody>
          <a:bodyPr/>
          <a:lstStyle/>
          <a:p>
            <a:pPr lvl="0" indent="0" marL="0">
              <a:buNone/>
            </a:pPr>
            <a:r>
              <a:rPr/>
              <a:t>En la parte técnica se utilizará el motor de videojuegos </a:t>
            </a:r>
            <a:r>
              <a:rPr i="1"/>
              <a:t>godot</a:t>
            </a:r>
            <a:r>
              <a:rPr/>
              <a:t>. El videojuego se compondrá, idealmente, de cuatro poemas y mundos posibles: dos sobre algo común, mínimo y otros dos sobre algo que nos sobrepase como seres. A continuación, en la figura 1, se muestra un breve esquema de realización:</a:t>
            </a:r>
          </a:p>
        </p:txBody>
      </p:sp>
      <p:pic>
        <p:nvPicPr>
          <p:cNvPr descr="C:\Users\viznu\OneDrive\Documents\Projects\CYAD\CYAD\Pasted%20image%2020260520115729.png" id="0" name="Picture 1"/>
          <p:cNvPicPr>
            <a:picLocks noGrp="1" noChangeAspect="1"/>
          </p:cNvPicPr>
          <p:nvPr/>
        </p:nvPicPr>
        <p:blipFill>
          <a:blip r:embed="rId2"/>
          <a:stretch>
            <a:fillRect/>
          </a:stretch>
        </p:blipFill>
        <p:spPr bwMode="auto">
          <a:xfrm>
            <a:off x="3568700" y="381000"/>
            <a:ext cx="5105400" cy="3517900"/>
          </a:xfrm>
          <a:prstGeom prst="rect">
            <a:avLst/>
          </a:prstGeom>
          <a:noFill/>
          <a:ln w="9525">
            <a:noFill/>
            <a:headEnd/>
            <a:tailEnd/>
          </a:ln>
        </p:spPr>
      </p:pic>
      <p:sp>
        <p:nvSpPr>
          <p:cNvPr id="1" name="TextBox 3"/>
          <p:cNvSpPr txBox="1"/>
          <p:nvPr>
            <p:ph idx="1"/>
          </p:nvPr>
        </p:nvSpPr>
        <p:spPr>
          <a:xfrm>
            <a:off x="3568700" y="4076700"/>
            <a:ext cx="5105400" cy="508000"/>
          </a:xfrm>
          <a:prstGeom prst="rect">
            <a:avLst/>
          </a:prstGeom>
          <a:noFill/>
        </p:spPr>
        <p:txBody>
          <a:bodyPr/>
          <a:lstStyle/>
          <a:p>
            <a:pPr lvl="0" indent="0" marL="0" algn="ctr">
              <a:buNone/>
            </a:pPr>
            <a:r>
              <a:rPr/>
              <a:t>Pasted image 20260520115729.png</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br/>
            <a:r>
              <a:rPr/>
              <a:t>Como se observa en la figura 1, se tiene planeado utilizar tecnología de reconocimiento de voz para que se devele conforme se vaya leyendo unicamente cada uno de los poemas en voz alta.</a:t>
            </a:r>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4. Metas y cronogramas de actividades</a:t>
            </a:r>
          </a:p>
        </p:txBody>
      </p:sp>
      <p:sp>
        <p:nvSpPr>
          <p:cNvPr id="3" name="Content Placeholder 2"/>
          <p:cNvSpPr>
            <a:spLocks noGrp="1"/>
          </p:cNvSpPr>
          <p:nvPr>
            <p:ph idx="1"/>
          </p:nvPr>
        </p:nvSpPr>
        <p:spPr/>
        <p:txBody>
          <a:bodyPr/>
          <a:lstStyle/>
          <a:p>
            <a:pPr lvl="0" indent="0" marL="0">
              <a:buNone/>
            </a:pPr>
            <a:r>
              <a:rPr/>
              <a:t>Al tener 8 semanas se tiene planeado:</a:t>
            </a:r>
          </a:p>
          <a:p>
            <a:pPr lvl="0" indent="0" marL="0">
              <a:buNone/>
            </a:pPr>
            <a:r>
              <a:rPr b="1"/>
              <a:t>Semana 2</a:t>
            </a:r>
            <a:r>
              <a:rPr/>
              <a:t>: Idea aterrizada. Comenzar a ver viabilidad técnica. Ambientación y búsqueda de artistas, autores para definir estilo.</a:t>
            </a:r>
          </a:p>
          <a:p>
            <a:pPr lvl="0" indent="0" marL="0">
              <a:buNone/>
            </a:pPr>
            <a:r>
              <a:rPr b="1"/>
              <a:t>Semana 3</a:t>
            </a:r>
            <a:r>
              <a:rPr/>
              <a:t>: Desarrollo técnico completo. Primer testeo. Mood board completo e inicio de desarrollo estético</a:t>
            </a:r>
          </a:p>
          <a:p>
            <a:pPr lvl="0" indent="0" marL="0">
              <a:buNone/>
            </a:pPr>
            <a:r>
              <a:rPr b="1"/>
              <a:t>Semana 4</a:t>
            </a:r>
            <a:r>
              <a:rPr/>
              <a:t>: Desarrollo estético completo. Fondo y parte técnica completa. Inicio de búsqueda para desarrollo de poemas.</a:t>
            </a:r>
          </a:p>
          <a:p>
            <a:pPr lvl="0" indent="0" marL="0">
              <a:buNone/>
            </a:pPr>
            <a:r>
              <a:rPr b="1"/>
              <a:t>Semana 5</a:t>
            </a:r>
            <a:r>
              <a:rPr/>
              <a:t>: Desarrollo de poemas e integración a la obra. Elaboración de obra completa. Testeo.</a:t>
            </a:r>
          </a:p>
          <a:p>
            <a:pPr lvl="0" indent="0" marL="0">
              <a:buNone/>
            </a:pPr>
            <a:r>
              <a:rPr b="1"/>
              <a:t>Semana 6</a:t>
            </a:r>
            <a:r>
              <a:rPr/>
              <a:t>: Testeo completo.</a:t>
            </a:r>
          </a:p>
          <a:p>
            <a:pPr lvl="0" indent="0" marL="0">
              <a:buNone/>
            </a:pPr>
            <a:r>
              <a:rPr b="1"/>
              <a:t>Semana 7</a:t>
            </a:r>
            <a:r>
              <a:rPr/>
              <a:t>: Montaje de obra.</a:t>
            </a:r>
          </a:p>
          <a:p>
            <a:pPr lvl="0" indent="0" marL="0">
              <a:buNone/>
            </a:pPr>
            <a:r>
              <a:rPr b="1"/>
              <a:t>Semana 8</a:t>
            </a:r>
            <a:r>
              <a:rPr/>
              <a:t>: Presentación.</a:t>
            </a:r>
          </a:p>
          <a:p>
            <a:pPr lvl="0" indent="0" marL="0">
              <a:buNone/>
            </a:pPr>
            <a:r>
              <a:rPr/>
              <a:t>Como se observa, se tiene contemplado tres tipos de desarrollo, cada uno con una semana de elaboración: parte técnica, estética y textual.</a:t>
            </a:r>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Referencias</a:t>
            </a:r>
          </a:p>
        </p:txBody>
      </p:sp>
      <p:sp>
        <p:nvSpPr>
          <p:cNvPr id="3" name="Content Placeholder 2"/>
          <p:cNvSpPr>
            <a:spLocks noGrp="1"/>
          </p:cNvSpPr>
          <p:nvPr>
            <p:ph idx="1"/>
          </p:nvPr>
        </p:nvSpPr>
        <p:spPr/>
        <p:txBody>
          <a:bodyPr/>
          <a:lstStyle/>
          <a:p>
            <a:pPr lvl="0" indent="0" marL="0">
              <a:buNone/>
            </a:pPr>
            <a:r>
              <a:rPr/>
              <a:t>Huizinga, J. (2007). </a:t>
            </a:r>
            <a:r>
              <a:rPr i="1"/>
              <a:t>Homo Ludens</a:t>
            </a:r>
            <a:r>
              <a:rPr/>
              <a:t> (2007th ed.). Alianza.</a:t>
            </a:r>
          </a:p>
          <a:p>
            <a:pPr lvl="0" indent="0" marL="0">
              <a:buNone/>
            </a:pPr>
            <a:r>
              <a:rPr/>
              <a:t>Magnuson, J. (2026). </a:t>
            </a:r>
            <a:r>
              <a:rPr i="1"/>
              <a:t>Game Poems</a:t>
            </a:r>
            <a:r>
              <a:rPr/>
              <a:t>. Game Poems. </a:t>
            </a:r>
            <a:r>
              <a:rPr>
                <a:hlinkClick r:id="rId2"/>
              </a:rPr>
              <a:t>https://www.gamepoems.com/issue01/</a:t>
            </a:r>
          </a:p>
          <a:p>
            <a:pPr lvl="0" indent="0" marL="0">
              <a:buNone/>
            </a:pPr>
            <a:r>
              <a:rPr/>
              <a:t>Rohrer, J. (2007). </a:t>
            </a:r>
            <a:r>
              <a:rPr i="1"/>
              <a:t>Passage</a:t>
            </a:r>
            <a:r>
              <a:rPr/>
              <a:t> (Version PC) [Videojuego]. </a:t>
            </a:r>
            <a:r>
              <a:rPr>
                <a:hlinkClick r:id="rId3"/>
              </a:rPr>
              <a:t>http://passage.toolness.org/</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Voz y Luz</dc:title>
  <dc:creator/>
  <cp:keywords/>
  <dcterms:created xsi:type="dcterms:W3CDTF">2026-05-20T18:11:09Z</dcterms:created>
  <dcterms:modified xsi:type="dcterms:W3CDTF">2026-05-20T18:11:09Z</dcterms:modified>
</cp:coreProperties>
</file>

<file path=docProps/custom.xml><?xml version="1.0" encoding="utf-8"?>
<Properties xmlns="http://schemas.openxmlformats.org/officeDocument/2006/custom-properties" xmlns:vt="http://schemas.openxmlformats.org/officeDocument/2006/docPropsVTypes"/>
</file>